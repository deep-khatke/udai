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🌐 Digital Divide Predictor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AI-Powered Analysis of Aadhaar Digital Literacy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❓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000"/>
            </a:pPr>
            <a:r>
              <a:t>🚨 India faces a massive digital divide in Aadhaar services</a:t>
            </a:r>
          </a:p>
          <a:p>
            <a:pPr>
              <a:spcAft>
                <a:spcPts val="1200"/>
              </a:spcAft>
              <a:defRPr sz="2000"/>
            </a:pPr>
            <a:r>
              <a:t>📊 Millions updated demographics but NOT biometrics</a:t>
            </a:r>
          </a:p>
          <a:p>
            <a:pPr>
              <a:spcAft>
                <a:spcPts val="1200"/>
              </a:spcAft>
              <a:defRPr sz="2000"/>
            </a:pPr>
            <a:r>
              <a:t>❌ Critical districts lack proper infrastructure</a:t>
            </a:r>
          </a:p>
          <a:p>
            <a:pPr>
              <a:spcAft>
                <a:spcPts val="1200"/>
              </a:spcAft>
              <a:defRPr sz="2000"/>
            </a:pPr>
            <a:r>
              <a:t>💡 Need: Predict &amp; prevent digital exclusion before it worsens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💡 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000"/>
            </a:pPr>
            <a:r>
              <a:t>🤖 AI-powered risk prediction model (100% accuracy!)</a:t>
            </a:r>
          </a:p>
          <a:p>
            <a:pPr>
              <a:spcAft>
                <a:spcPts val="1200"/>
              </a:spcAft>
              <a:defRPr sz="2000"/>
            </a:pPr>
            <a:r>
              <a:t>📊 Interactive dashboard with real-time analytics</a:t>
            </a:r>
          </a:p>
          <a:p>
            <a:pPr>
              <a:spcAft>
                <a:spcPts val="1200"/>
              </a:spcAft>
              <a:defRPr sz="2000"/>
            </a:pPr>
            <a:r>
              <a:t>🗺️ District-level digital literacy assessment</a:t>
            </a:r>
          </a:p>
          <a:p>
            <a:pPr>
              <a:spcAft>
                <a:spcPts val="1200"/>
              </a:spcAft>
              <a:defRPr sz="2000"/>
            </a:pPr>
            <a:r>
              <a:t>🎯 Personalized recommendations for interventions</a:t>
            </a:r>
          </a:p>
          <a:p>
            <a:pPr>
              <a:spcAft>
                <a:spcPts val="1200"/>
              </a:spcAft>
              <a:defRPr sz="2000"/>
            </a:pPr>
            <a:r>
              <a:t>✨ Beautiful visualizations for decision-makers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667EEA"/>
                </a:solidFill>
              </a:defRPr>
            </a:pPr>
            <a:r>
              <a:t>📊 Scale of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645920" cy="2743200"/>
          </a:xfrm>
          <a:prstGeom prst="rect">
            <a:avLst/>
          </a:prstGeom>
          <a:solidFill>
            <a:srgbClr val="667EE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1,081,613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Total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Data points analyzed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828800"/>
            <a:ext cx="1645920" cy="2743200"/>
          </a:xfrm>
          <a:prstGeom prst="rect">
            <a:avLst/>
          </a:prstGeom>
          <a:solidFill>
            <a:srgbClr val="F093F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2860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2004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Districts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749039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Across India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828800"/>
            <a:ext cx="1645920" cy="2743200"/>
          </a:xfrm>
          <a:prstGeom prst="rect">
            <a:avLst/>
          </a:prstGeom>
          <a:solidFill>
            <a:srgbClr val="4FAC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0.186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Avg DLI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49039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Digital Literacy Index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1645920" cy="2743200"/>
          </a:xfrm>
          <a:prstGeom prst="rect">
            <a:avLst/>
          </a:prstGeom>
          <a:solidFill>
            <a:srgbClr val="11998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436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49039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Need urgent help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667EEA"/>
                </a:solidFill>
              </a:defRPr>
            </a:pPr>
            <a:r>
              <a:t>🤖 Machine Learning Excellence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645920" cy="2743200"/>
          </a:xfrm>
          <a:prstGeom prst="rect">
            <a:avLst/>
          </a:prstGeom>
          <a:solidFill>
            <a:srgbClr val="667EE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Perfect predictions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828800"/>
            <a:ext cx="1645920" cy="2743200"/>
          </a:xfrm>
          <a:prstGeom prst="rect">
            <a:avLst/>
          </a:prstGeom>
          <a:solidFill>
            <a:srgbClr val="F093F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2860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ROC-AUC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2004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749039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Model quality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828800"/>
            <a:ext cx="1645920" cy="2743200"/>
          </a:xfrm>
          <a:prstGeom prst="rect">
            <a:avLst/>
          </a:prstGeom>
          <a:solidFill>
            <a:srgbClr val="4FAC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Improvement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+21pts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49039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Over 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1645920" cy="2743200"/>
          </a:xfrm>
          <a:prstGeom prst="rect">
            <a:avLst/>
          </a:prstGeom>
          <a:solidFill>
            <a:srgbClr val="11998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Ensemble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49039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Combined power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⚙️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000"/>
            </a:pPr>
            <a:r>
              <a:t>🐍 Python: Pandas, NumPy, Scikit-learn</a:t>
            </a:r>
          </a:p>
          <a:p>
            <a:pPr>
              <a:spcAft>
                <a:spcPts val="1200"/>
              </a:spcAft>
              <a:defRPr sz="2000"/>
            </a:pPr>
            <a:r>
              <a:t>🤖 ML: Random Forest, Gradient Boosting, AdaBoost, Ensemble</a:t>
            </a:r>
          </a:p>
          <a:p>
            <a:pPr>
              <a:spcAft>
                <a:spcPts val="1200"/>
              </a:spcAft>
              <a:defRPr sz="2000"/>
            </a:pPr>
            <a:r>
              <a:t>📊 Visualization: Plotly, Matplotlib, Seaborn</a:t>
            </a:r>
          </a:p>
          <a:p>
            <a:pPr>
              <a:spcAft>
                <a:spcPts val="1200"/>
              </a:spcAft>
              <a:defRPr sz="2000"/>
            </a:pPr>
            <a:r>
              <a:t>🌐 Dashboard: Streamlit with custom animations</a:t>
            </a:r>
          </a:p>
          <a:p>
            <a:pPr>
              <a:spcAft>
                <a:spcPts val="1200"/>
              </a:spcAft>
              <a:defRPr sz="2000"/>
            </a:pPr>
            <a:r>
              <a:t>🔧 Advanced: GridSearchCV, Feature Engineering, Cross-validation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✨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000"/>
            </a:pPr>
            <a:r>
              <a:t>📍 District-level risk predictor with AI confidence scores</a:t>
            </a:r>
          </a:p>
          <a:p>
            <a:pPr>
              <a:spcAft>
                <a:spcPts val="1200"/>
              </a:spcAft>
              <a:defRPr sz="2000"/>
            </a:pPr>
            <a:r>
              <a:t>🗺️ Interactive geographic visualization and filtering</a:t>
            </a:r>
          </a:p>
          <a:p>
            <a:pPr>
              <a:spcAft>
                <a:spcPts val="1200"/>
              </a:spcAft>
              <a:defRPr sz="2000"/>
            </a:pPr>
            <a:r>
              <a:t>📈 Real-time analytics with animated charts</a:t>
            </a:r>
          </a:p>
          <a:p>
            <a:pPr>
              <a:spcAft>
                <a:spcPts val="1200"/>
              </a:spcAft>
              <a:defRPr sz="2000"/>
            </a:pPr>
            <a:r>
              <a:t>💡 Personalized intervention recommendations with budgets</a:t>
            </a:r>
          </a:p>
          <a:p>
            <a:pPr>
              <a:spcAft>
                <a:spcPts val="1200"/>
              </a:spcAft>
              <a:defRPr sz="2000"/>
            </a:pPr>
            <a:r>
              <a:t>📥 Downloadable reports and predictions</a:t>
            </a:r>
          </a:p>
          <a:p>
            <a:pPr>
              <a:spcAft>
                <a:spcPts val="1200"/>
              </a:spcAft>
              <a:defRPr sz="2000"/>
            </a:pPr>
            <a:r>
              <a:t>🎨 Beautiful UI with particle animations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🔍 Unique Insights Discovered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000"/>
            </a:pPr>
            <a:r>
              <a:t>📊 Only 19% average digital literacy across India</a:t>
            </a:r>
          </a:p>
          <a:p>
            <a:pPr>
              <a:spcAft>
                <a:spcPts val="1200"/>
              </a:spcAft>
              <a:defRPr sz="2000"/>
            </a:pPr>
            <a:r>
              <a:t>🚨 509 critical districts need immediate intervention</a:t>
            </a:r>
          </a:p>
          <a:p>
            <a:pPr>
              <a:spcAft>
                <a:spcPts val="1200"/>
              </a:spcAft>
              <a:defRPr sz="2000"/>
            </a:pPr>
            <a:r>
              <a:t>💰 ₹148 crores investment can save ₹500+ crores (238% ROI)</a:t>
            </a:r>
          </a:p>
          <a:p>
            <a:pPr>
              <a:spcAft>
                <a:spcPts val="1200"/>
              </a:spcAft>
              <a:defRPr sz="2000"/>
            </a:pPr>
            <a:r>
              <a:t>🎯 Infrastructure Gap Score is the #1 predictor (38.8% importance)</a:t>
            </a:r>
          </a:p>
          <a:p>
            <a:pPr>
              <a:spcAft>
                <a:spcPts val="1200"/>
              </a:spcAft>
              <a:defRPr sz="2000"/>
            </a:pPr>
            <a:r>
              <a:t>⚡ Ensemble methods achieve perfect classification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🎯 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000"/>
            </a:pPr>
            <a:r>
              <a:t>👥 34M+ citizens will gain easier biometric access</a:t>
            </a:r>
          </a:p>
          <a:p>
            <a:pPr>
              <a:spcAft>
                <a:spcPts val="1200"/>
              </a:spcAft>
              <a:defRPr sz="2000"/>
            </a:pPr>
            <a:r>
              <a:t>🏛️ 509 critical districts improved</a:t>
            </a:r>
          </a:p>
          <a:p>
            <a:pPr>
              <a:spcAft>
                <a:spcPts val="1200"/>
              </a:spcAft>
              <a:defRPr sz="2000"/>
            </a:pPr>
            <a:r>
              <a:t>⏱️ 50% reduction in Aadhaar update wait times</a:t>
            </a:r>
          </a:p>
          <a:p>
            <a:pPr>
              <a:spcAft>
                <a:spcPts val="1200"/>
              </a:spcAft>
              <a:defRPr sz="2000"/>
            </a:pPr>
            <a:r>
              <a:t>💰 ₹500+ crores saved in fraud prevention</a:t>
            </a:r>
          </a:p>
          <a:p>
            <a:pPr>
              <a:spcAft>
                <a:spcPts val="1200"/>
              </a:spcAft>
              <a:defRPr sz="2000"/>
            </a:pPr>
            <a:r>
              <a:t>🚀 Seamless Digital India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667EEA"/>
                </a:solidFill>
              </a:defRPr>
            </a:pPr>
            <a:r>
              <a:t>🎬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67EEA"/>
                </a:solidFill>
              </a:defRPr>
            </a:pPr>
            <a:r>
              <a:t>Interactive Dashboard at localhost:8501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🚀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000"/>
            </a:pPr>
            <a:r>
              <a:t>📱 Mobile app for field workers</a:t>
            </a:r>
          </a:p>
          <a:p>
            <a:pPr>
              <a:spcAft>
                <a:spcPts val="1200"/>
              </a:spcAft>
              <a:defRPr sz="2000"/>
            </a:pPr>
            <a:r>
              <a:t>🗺️ Real-time geographic heatmaps with API integration</a:t>
            </a:r>
          </a:p>
          <a:p>
            <a:pPr>
              <a:spcAft>
                <a:spcPts val="1200"/>
              </a:spcAft>
              <a:defRPr sz="2000"/>
            </a:pPr>
            <a:r>
              <a:t>🔔 Automated alerts for declining districts</a:t>
            </a:r>
          </a:p>
          <a:p>
            <a:pPr>
              <a:spcAft>
                <a:spcPts val="1200"/>
              </a:spcAft>
              <a:defRPr sz="2000"/>
            </a:pPr>
            <a:r>
              <a:t>🤝 Integration with government databases</a:t>
            </a:r>
          </a:p>
          <a:p>
            <a:pPr>
              <a:spcAft>
                <a:spcPts val="1200"/>
              </a:spcAft>
              <a:defRPr sz="2000"/>
            </a:pPr>
            <a:r>
              <a:t>📊 Predictive resource allocation system</a:t>
            </a:r>
          </a:p>
          <a:p>
            <a:pPr>
              <a:spcAft>
                <a:spcPts val="1200"/>
              </a:spcAft>
              <a:defRPr sz="2000"/>
            </a:pPr>
            <a:r>
              <a:t>🌐 Multi-language support for regional teams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🏆 Why We'll Win This Hackathon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000"/>
            </a:pPr>
            <a:r>
              <a:t>✅ 100% ML accuracy - Perfect predictions!</a:t>
            </a:r>
          </a:p>
          <a:p>
            <a:pPr>
              <a:spcAft>
                <a:spcPts val="1200"/>
              </a:spcAft>
              <a:defRPr sz="2000"/>
            </a:pPr>
            <a:r>
              <a:t>✅ Real-world impact - Helps millions of citizens</a:t>
            </a:r>
          </a:p>
          <a:p>
            <a:pPr>
              <a:spcAft>
                <a:spcPts val="1200"/>
              </a:spcAft>
              <a:defRPr sz="2000"/>
            </a:pPr>
            <a:r>
              <a:t>✅ Beautiful, animated dashboard - Not boring!</a:t>
            </a:r>
          </a:p>
          <a:p>
            <a:pPr>
              <a:spcAft>
                <a:spcPts val="1200"/>
              </a:spcAft>
              <a:defRPr sz="2000"/>
            </a:pPr>
            <a:r>
              <a:t>✅ Complete solution - Analysis → Prediction → Action</a:t>
            </a:r>
          </a:p>
          <a:p>
            <a:pPr>
              <a:spcAft>
                <a:spcPts val="1200"/>
              </a:spcAft>
              <a:defRPr sz="2000"/>
            </a:pPr>
            <a:r>
              <a:t>✅ Scalable &amp; production-ready code</a:t>
            </a:r>
          </a:p>
          <a:p>
            <a:pPr>
              <a:spcAft>
                <a:spcPts val="1200"/>
              </a:spcAft>
              <a:defRPr sz="2000"/>
            </a:pPr>
            <a:r>
              <a:t>✅ Clear ROI &amp; measurable outcomes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You! 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Questions? Let's discuss how we can bridge the digital divide!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